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75"/>
  </p:normalViewPr>
  <p:slideViewPr>
    <p:cSldViewPr snapToGrid="0">
      <p:cViewPr>
        <p:scale>
          <a:sx n="111" d="100"/>
          <a:sy n="111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4C38CA-1F73-4745-B567-558B4254ED62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D32D3-F93E-FB48-B561-2BB925EA8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73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D32D3-F93E-FB48-B561-2BB925EA8A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35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D32D3-F93E-FB48-B561-2BB925EA8A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09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904EC-E848-6A23-1BCB-F9D17C3A4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8B9D2-A899-9083-62E4-6EC1B614A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FF996-FF09-1B3C-0181-E17124F0E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1590-E60F-AF4C-A55A-6D3A3AAF4CD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C1A4F-DE3D-1A5E-37DF-43A0F7575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93DD2-F896-7288-E060-B1CC6B2E7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0D944-A03A-5D4C-ADE8-E01888F6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312F-5BFF-7078-1DC9-4C12BDEE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04930-DB41-2B89-969D-1AB0BBB45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39DB8-8369-1584-33D7-0BE85428C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1590-E60F-AF4C-A55A-6D3A3AAF4CD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9AB69-95C8-DBE7-EB43-974D0BEA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ECC51-CB87-5472-34BB-3BC43C2B8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0D944-A03A-5D4C-ADE8-E01888F6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959C-BC34-4BCC-8160-A9E274A02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9EE5B-ECC9-CACB-4366-93ED4029E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7F141-1E09-5E4B-5496-95A67C412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1590-E60F-AF4C-A55A-6D3A3AAF4CD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FEBC6-58E4-49D2-DAC9-FC0AFE99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F3668-F3E8-4989-C0DA-1501514C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0D944-A03A-5D4C-ADE8-E01888F6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11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399D5-FFF3-7CA8-93B0-8D23FF35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B1981-6B44-1A12-13B2-178F50F60E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CF36E-3D90-8398-66AF-23DE3AAED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7576B-9EDE-F179-37C2-FD243770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1590-E60F-AF4C-A55A-6D3A3AAF4CD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B3EFB-FEFE-8C26-E41F-D8FDCE4B2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76E4C-5EA6-46BF-3A47-2BE111FC2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0D944-A03A-5D4C-ADE8-E01888F6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61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38453-C7CB-A515-8F29-DA7F483BE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68569-CE12-BBAA-6A2E-DF8CF2053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E3032-D9BD-7AB7-D591-270F557B6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12743C-30EE-CD21-A73C-8481EA471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D52E2-39ED-C4A1-EF71-0FBEC5AC10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43944B-E774-64A8-4618-C6E204B1D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1590-E60F-AF4C-A55A-6D3A3AAF4CD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5D8D57-6921-BD26-DE4C-8D60DC9D8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AFB3BA-3ED0-317E-82FC-A16ADF0B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0D944-A03A-5D4C-ADE8-E01888F6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5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9302-104F-6F10-E843-8011483BB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ED6A0-4516-14DD-0A60-E70B83AD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1590-E60F-AF4C-A55A-6D3A3AAF4CD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021BB-C4AD-A826-5BCA-A18BD8AF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0D39B-545B-02F1-B233-3BC6A1992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0D944-A03A-5D4C-ADE8-E01888F6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15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974CA-E3DD-0964-FD61-DDCFA204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1590-E60F-AF4C-A55A-6D3A3AAF4CD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148A19-D035-DCDC-928D-DDD87C75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DA32A-6500-4C2C-AA98-5372BF80A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0D944-A03A-5D4C-ADE8-E01888F6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7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FAEB8-C893-7405-4EA0-39A36C49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BE36A-5927-6B5B-926A-9AAED2040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647849-DE53-8C10-16CA-2DEE921E9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0EE2D-098C-D334-9F20-83381D2B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1590-E60F-AF4C-A55A-6D3A3AAF4CD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5E4F1-2DA2-1DBC-C816-4C6BB4A8F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1EA40-38AC-4FB9-33A5-CC1A08DC9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0D944-A03A-5D4C-ADE8-E01888F6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85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FD315-BA9F-1C11-26D7-86CEC0A1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EC17EC-E7F0-929A-28B1-A784BABB9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CAA30-76B1-DA6F-61E7-B3B8EEDF8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9B9B4-0CC8-414A-6685-02D7DD41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1590-E60F-AF4C-A55A-6D3A3AAF4CD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D4B96-637A-D645-9AF0-229A9A982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CC8DE-8926-B1A3-2D57-9313F18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0D944-A03A-5D4C-ADE8-E01888F6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12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7C77-F38D-3EE5-2B9C-FE1177A26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41EE7-13A7-7785-1A1C-C8113DD75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582D4-5169-F6B6-961C-6722A2CC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1590-E60F-AF4C-A55A-6D3A3AAF4CD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15524-6544-9FFC-1624-B7DCDE610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7908E-8ECA-9515-00FD-21E71C8FF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0D944-A03A-5D4C-ADE8-E01888F6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73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3FBA64-893B-9761-B32F-98C51B7952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91531-0FD9-B374-180B-34AB49F8B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D8784-F7F4-E0E4-C396-A3D8444C5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1590-E60F-AF4C-A55A-6D3A3AAF4CD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DEA8E-E4F8-96F4-DCAA-2FDD0E94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65460-1205-8E01-2F9F-33FAA536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0D944-A03A-5D4C-ADE8-E01888F6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5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35D7A-818B-76C0-428C-8A74E6B4E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8E933-B04D-2CA3-ADCD-8FB1AD874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510E-1447-5A7B-82ED-A9C99E6A43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3B1590-E60F-AF4C-A55A-6D3A3AAF4CD7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A9948-AEA2-AAD0-6F9C-EC93B9436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3DE90-ECAA-508F-CCE0-FEE62867F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0D944-A03A-5D4C-ADE8-E01888F60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1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of a graph&#10;&#10;Description automatically generated with medium confidence">
            <a:extLst>
              <a:ext uri="{FF2B5EF4-FFF2-40B4-BE49-F238E27FC236}">
                <a16:creationId xmlns:a16="http://schemas.microsoft.com/office/drawing/2014/main" id="{A156C043-FFDC-F0BC-92CC-8CBB511BD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46" y="1119133"/>
            <a:ext cx="5578742" cy="4781779"/>
          </a:xfrm>
          <a:prstGeom prst="rect">
            <a:avLst/>
          </a:prstGeom>
        </p:spPr>
      </p:pic>
      <p:pic>
        <p:nvPicPr>
          <p:cNvPr id="7" name="Picture 6" descr="A graph with blue and white text&#10;&#10;Description automatically generated">
            <a:extLst>
              <a:ext uri="{FF2B5EF4-FFF2-40B4-BE49-F238E27FC236}">
                <a16:creationId xmlns:a16="http://schemas.microsoft.com/office/drawing/2014/main" id="{78F886FC-C796-347B-C715-626DAEA39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553" y="903982"/>
            <a:ext cx="6515101" cy="5212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25E397-C881-3EAE-C1E6-48A5E2D63D6E}"/>
              </a:ext>
            </a:extLst>
          </p:cNvPr>
          <p:cNvSpPr txBox="1"/>
          <p:nvPr/>
        </p:nvSpPr>
        <p:spPr>
          <a:xfrm>
            <a:off x="4141710" y="227519"/>
            <a:ext cx="35532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Validation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8B2DF-CEFA-BE29-81FE-E3446FFE9ECE}"/>
              </a:ext>
            </a:extLst>
          </p:cNvPr>
          <p:cNvSpPr txBox="1"/>
          <p:nvPr/>
        </p:nvSpPr>
        <p:spPr>
          <a:xfrm>
            <a:off x="5092552" y="5898519"/>
            <a:ext cx="1407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 Crenated</a:t>
            </a:r>
          </a:p>
          <a:p>
            <a:r>
              <a:rPr lang="en-US" dirty="0"/>
              <a:t>30 Dead</a:t>
            </a:r>
          </a:p>
          <a:p>
            <a:r>
              <a:rPr lang="en-US" dirty="0"/>
              <a:t>30 Healthy</a:t>
            </a:r>
          </a:p>
        </p:txBody>
      </p:sp>
    </p:spTree>
    <p:extLst>
      <p:ext uri="{BB962C8B-B14F-4D97-AF65-F5344CB8AC3E}">
        <p14:creationId xmlns:p14="http://schemas.microsoft.com/office/powerpoint/2010/main" val="274495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of a graph&#10;&#10;Description automatically generated with medium confidence">
            <a:extLst>
              <a:ext uri="{FF2B5EF4-FFF2-40B4-BE49-F238E27FC236}">
                <a16:creationId xmlns:a16="http://schemas.microsoft.com/office/drawing/2014/main" id="{9468AC8D-6AAD-DDFF-E646-09999A657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4" y="1318826"/>
            <a:ext cx="5577840" cy="4781006"/>
          </a:xfrm>
          <a:prstGeom prst="rect">
            <a:avLst/>
          </a:prstGeom>
        </p:spPr>
      </p:pic>
      <p:pic>
        <p:nvPicPr>
          <p:cNvPr id="7" name="Picture 6" descr="A graph with blue and white text&#10;&#10;Description automatically generated">
            <a:extLst>
              <a:ext uri="{FF2B5EF4-FFF2-40B4-BE49-F238E27FC236}">
                <a16:creationId xmlns:a16="http://schemas.microsoft.com/office/drawing/2014/main" id="{DA367641-E132-A8C0-65DF-7606CEB41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653" y="967913"/>
            <a:ext cx="6515100" cy="5212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250527-2D5A-6485-6BCE-5D53C94A9ABF}"/>
              </a:ext>
            </a:extLst>
          </p:cNvPr>
          <p:cNvSpPr txBox="1"/>
          <p:nvPr/>
        </p:nvSpPr>
        <p:spPr>
          <a:xfrm>
            <a:off x="4569973" y="186541"/>
            <a:ext cx="3052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Training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0EC7A4-0FCC-2052-6A0A-C46915C6D1BB}"/>
              </a:ext>
            </a:extLst>
          </p:cNvPr>
          <p:cNvSpPr txBox="1"/>
          <p:nvPr/>
        </p:nvSpPr>
        <p:spPr>
          <a:xfrm>
            <a:off x="5092552" y="5898519"/>
            <a:ext cx="15312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150 Crenated</a:t>
            </a:r>
          </a:p>
          <a:p>
            <a:r>
              <a:rPr lang="en-US" dirty="0"/>
              <a:t>124 Dead</a:t>
            </a:r>
          </a:p>
          <a:p>
            <a:r>
              <a:rPr lang="en-US" dirty="0"/>
              <a:t>150 Healthy</a:t>
            </a:r>
          </a:p>
        </p:txBody>
      </p:sp>
    </p:spTree>
    <p:extLst>
      <p:ext uri="{BB962C8B-B14F-4D97-AF65-F5344CB8AC3E}">
        <p14:creationId xmlns:p14="http://schemas.microsoft.com/office/powerpoint/2010/main" val="3973402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18</Words>
  <Application>Microsoft Macintosh PowerPoint</Application>
  <PresentationFormat>Widescreen</PresentationFormat>
  <Paragraphs>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Poblano, Jesus</dc:creator>
  <cp:lastModifiedBy>Poblano, Jesus</cp:lastModifiedBy>
  <cp:revision>1</cp:revision>
  <dcterms:created xsi:type="dcterms:W3CDTF">2026-06-11T16:15:03Z</dcterms:created>
  <dcterms:modified xsi:type="dcterms:W3CDTF">2026-06-12T00:20:27Z</dcterms:modified>
</cp:coreProperties>
</file>