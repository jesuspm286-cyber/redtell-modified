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7" r:id="rId2"/>
    <p:sldId id="256" r:id="rId3"/>
    <p:sldId id="259" r:id="rId4"/>
    <p:sldId id="260" r:id="rId5"/>
    <p:sldId id="261" r:id="rId6"/>
    <p:sldId id="258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253"/>
    <p:restoredTop sz="94725"/>
  </p:normalViewPr>
  <p:slideViewPr>
    <p:cSldViewPr snapToGrid="0">
      <p:cViewPr>
        <p:scale>
          <a:sx n="110" d="100"/>
          <a:sy n="110" d="100"/>
        </p:scale>
        <p:origin x="46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F4C38CA-1F73-4745-B567-558B4254ED62}" type="datetimeFigureOut">
              <a:rPr lang="en-US" smtClean="0"/>
              <a:t>7/1/26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DFD32D3-F93E-FB48-B561-2BB925EA8A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51731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FD32D3-F93E-FB48-B561-2BB925EA8A74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903535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FD32D3-F93E-FB48-B561-2BB925EA8A74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50968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9904EC-E848-6A23-1BCB-F9D17C3A493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F58B9D2-A899-9083-62E4-6EC1B614AE4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AFF996-FF09-1B3C-0181-E17124F0E1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3B1590-E60F-AF4C-A55A-6D3A3AAF4CD7}" type="datetimeFigureOut">
              <a:rPr lang="en-US" smtClean="0"/>
              <a:t>7/1/26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1C1A4F-DE3D-1A5E-37DF-43A0F75753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093DD2-F896-7288-E060-B1CC6B2E78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50D944-A03A-5D4C-ADE8-E01888F602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0391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00312F-5BFF-7078-1DC9-4C12BDEE71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804930-DB41-2B89-969D-1AB0BBB451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539DB8-8369-1584-33D7-0BE85428CB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3B1590-E60F-AF4C-A55A-6D3A3AAF4CD7}" type="datetimeFigureOut">
              <a:rPr lang="en-US" smtClean="0"/>
              <a:t>7/1/26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B9AB69-95C8-DBE7-EB43-974D0BEA4E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EECC51-CB87-5472-34BB-3BC43C2B80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50D944-A03A-5D4C-ADE8-E01888F602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0343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A6959C-BC34-4BCC-8160-A9E274A025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E9EE5B-ECC9-CACB-4366-93ED4029E5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B7F141-1E09-5E4B-5496-95A67C4124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3B1590-E60F-AF4C-A55A-6D3A3AAF4CD7}" type="datetimeFigureOut">
              <a:rPr lang="en-US" smtClean="0"/>
              <a:t>7/1/26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BFEBC6-58E4-49D2-DAC9-FC0AFE9976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CF3668-F3E8-4989-C0DA-1501514C27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50D944-A03A-5D4C-ADE8-E01888F602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92111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7399D5-FFF3-7CA8-93B0-8D23FF35F9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2B1981-6B44-1A12-13B2-178F50F60E3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1FCF36E-3D90-8398-66AF-23DE3AAED6A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067576B-9EDE-F179-37C2-FD24377013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3B1590-E60F-AF4C-A55A-6D3A3AAF4CD7}" type="datetimeFigureOut">
              <a:rPr lang="en-US" smtClean="0"/>
              <a:t>7/1/26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03B3EFB-FEFE-8C26-E41F-D8FDCE4B29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A076E4C-5EA6-46BF-3A47-2BE111FC2E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50D944-A03A-5D4C-ADE8-E01888F602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41611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538453-C7CB-A515-8F29-DA7F483BE5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7768569-CE12-BBAA-6A2E-DF8CF20538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30E3032-D9BD-7AB7-D591-270F557B69D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712743C-30EE-CD21-A73C-8481EA471F4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BED52E2-39ED-C4A1-EF71-0FBEC5AC10F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743944B-E774-64A8-4618-C6E204B1DF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3B1590-E60F-AF4C-A55A-6D3A3AAF4CD7}" type="datetimeFigureOut">
              <a:rPr lang="en-US" smtClean="0"/>
              <a:t>7/1/26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45D8D57-6921-BD26-DE4C-8D60DC9D86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8AFB3BA-3ED0-317E-82FC-A16ADF0B0D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50D944-A03A-5D4C-ADE8-E01888F602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04522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E39302-104F-6F10-E843-8011483BB6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A4ED6A0-4516-14DD-0A60-E70B83ADA8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3B1590-E60F-AF4C-A55A-6D3A3AAF4CD7}" type="datetimeFigureOut">
              <a:rPr lang="en-US" smtClean="0"/>
              <a:t>7/1/26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FD021BB-C4AD-A826-5BCA-A18BD8AFE2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FA0D39B-545B-02F1-B233-3BC6A1992B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50D944-A03A-5D4C-ADE8-E01888F602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27155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E9974CA-E3DD-0964-FD61-DDCFA2042B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3B1590-E60F-AF4C-A55A-6D3A3AAF4CD7}" type="datetimeFigureOut">
              <a:rPr lang="en-US" smtClean="0"/>
              <a:t>7/1/26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5148A19-D035-DCDC-928D-DDD87C759E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8DA32A-6500-4C2C-AA98-5372BF80A7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50D944-A03A-5D4C-ADE8-E01888F602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84703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CFAEB8-C893-7405-4EA0-39A36C492C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6BE36A-5927-6B5B-926A-9AAED20402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A647849-DE53-8C10-16CA-2DEE921E97E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A20EE2D-098C-D334-9F20-83381D2B71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3B1590-E60F-AF4C-A55A-6D3A3AAF4CD7}" type="datetimeFigureOut">
              <a:rPr lang="en-US" smtClean="0"/>
              <a:t>7/1/26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B5E4F1-2DA2-1DBC-C816-4C6BB4A8FB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CD1EA40-38AC-4FB9-33A5-CC1A08DC9B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50D944-A03A-5D4C-ADE8-E01888F602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04855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8FD315-BA9F-1C11-26D7-86CEC0A1C5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2EC17EC-E7F0-929A-28B1-A784BABB961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7CAA30-76B1-DA6F-61E7-B3B8EEDF831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C39B9B4-0CC8-414A-6685-02D7DD411B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3B1590-E60F-AF4C-A55A-6D3A3AAF4CD7}" type="datetimeFigureOut">
              <a:rPr lang="en-US" smtClean="0"/>
              <a:t>7/1/26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8ED4B96-637A-D645-9AF0-229A9A9825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37CC8DE-8926-B1A3-2D57-9313F18846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50D944-A03A-5D4C-ADE8-E01888F602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46125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6A7C77-F38D-3EE5-2B9C-FE1177A26D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9A41EE7-13A7-7785-1A1C-C8113DD75D4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D582D4-5169-F6B6-961C-6722A2CCCE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3B1590-E60F-AF4C-A55A-6D3A3AAF4CD7}" type="datetimeFigureOut">
              <a:rPr lang="en-US" smtClean="0"/>
              <a:t>7/1/26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B15524-6544-9FFC-1624-B7DCDE6106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B7908E-8ECA-9515-00FD-21E71C8FFB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50D944-A03A-5D4C-ADE8-E01888F602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3732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23FBA64-893B-9761-B32F-98C51B7952F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7691531-0FD9-B374-180B-34AB49F8BA7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3D8784-F7F4-E0E4-C396-A3D8444C5D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3B1590-E60F-AF4C-A55A-6D3A3AAF4CD7}" type="datetimeFigureOut">
              <a:rPr lang="en-US" smtClean="0"/>
              <a:t>7/1/26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FDEA8E-E4F8-96F4-DCAA-2FDD0E9409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B65460-1205-8E01-2F9F-33FAA536DE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50D944-A03A-5D4C-ADE8-E01888F602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53531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EB35D7A-818B-76C0-428C-8A74E6B4E5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A78E933-B04D-2CA3-ADCD-8FB1AD8740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69510E-1447-5A7B-82ED-A9C99E6A43E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B3B1590-E60F-AF4C-A55A-6D3A3AAF4CD7}" type="datetimeFigureOut">
              <a:rPr lang="en-US" smtClean="0"/>
              <a:t>7/1/26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CA9948-AEA2-AAD0-6F9C-EC93B9436A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13DE90-ECAA-508F-CCE0-FEE62867FF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50D944-A03A-5D4C-ADE8-E01888F602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32124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chart of a graph&#10;&#10;Description automatically generated with medium confidence">
            <a:extLst>
              <a:ext uri="{FF2B5EF4-FFF2-40B4-BE49-F238E27FC236}">
                <a16:creationId xmlns:a16="http://schemas.microsoft.com/office/drawing/2014/main" id="{A156C043-FFDC-F0BC-92CC-8CBB511BD8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346" y="1119133"/>
            <a:ext cx="5578742" cy="4781779"/>
          </a:xfrm>
          <a:prstGeom prst="rect">
            <a:avLst/>
          </a:prstGeom>
        </p:spPr>
      </p:pic>
      <p:pic>
        <p:nvPicPr>
          <p:cNvPr id="7" name="Picture 6" descr="A graph with blue and white text&#10;&#10;Description automatically generated">
            <a:extLst>
              <a:ext uri="{FF2B5EF4-FFF2-40B4-BE49-F238E27FC236}">
                <a16:creationId xmlns:a16="http://schemas.microsoft.com/office/drawing/2014/main" id="{78F886FC-C796-347B-C715-626DAEA39B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49553" y="903982"/>
            <a:ext cx="6515101" cy="521208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025E397-C881-3EAE-C1E6-48A5E2D63D6E}"/>
              </a:ext>
            </a:extLst>
          </p:cNvPr>
          <p:cNvSpPr txBox="1"/>
          <p:nvPr/>
        </p:nvSpPr>
        <p:spPr>
          <a:xfrm>
            <a:off x="4141710" y="227519"/>
            <a:ext cx="355328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Validation Data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A48B2DF-CEFA-BE29-81FE-E3446FFE9ECE}"/>
              </a:ext>
            </a:extLst>
          </p:cNvPr>
          <p:cNvSpPr txBox="1"/>
          <p:nvPr/>
        </p:nvSpPr>
        <p:spPr>
          <a:xfrm>
            <a:off x="5092552" y="5898519"/>
            <a:ext cx="140782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30 Crenated</a:t>
            </a:r>
          </a:p>
          <a:p>
            <a:r>
              <a:rPr lang="en-US" dirty="0"/>
              <a:t>30 Dead</a:t>
            </a:r>
          </a:p>
          <a:p>
            <a:r>
              <a:rPr lang="en-US" dirty="0"/>
              <a:t>30 Healthy</a:t>
            </a:r>
          </a:p>
        </p:txBody>
      </p:sp>
    </p:spTree>
    <p:extLst>
      <p:ext uri="{BB962C8B-B14F-4D97-AF65-F5344CB8AC3E}">
        <p14:creationId xmlns:p14="http://schemas.microsoft.com/office/powerpoint/2010/main" val="27449583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chart of a graph&#10;&#10;Description automatically generated with medium confidence">
            <a:extLst>
              <a:ext uri="{FF2B5EF4-FFF2-40B4-BE49-F238E27FC236}">
                <a16:creationId xmlns:a16="http://schemas.microsoft.com/office/drawing/2014/main" id="{9468AC8D-6AAD-DDFF-E646-09999A6578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954" y="1318826"/>
            <a:ext cx="5577840" cy="4781006"/>
          </a:xfrm>
          <a:prstGeom prst="rect">
            <a:avLst/>
          </a:prstGeom>
        </p:spPr>
      </p:pic>
      <p:pic>
        <p:nvPicPr>
          <p:cNvPr id="7" name="Picture 6" descr="A graph with blue and white text&#10;&#10;Description automatically generated">
            <a:extLst>
              <a:ext uri="{FF2B5EF4-FFF2-40B4-BE49-F238E27FC236}">
                <a16:creationId xmlns:a16="http://schemas.microsoft.com/office/drawing/2014/main" id="{DA367641-E132-A8C0-65DF-7606CEB416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70653" y="967913"/>
            <a:ext cx="6515100" cy="521208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9250527-2D5A-6485-6BCE-5D53C94A9ABF}"/>
              </a:ext>
            </a:extLst>
          </p:cNvPr>
          <p:cNvSpPr txBox="1"/>
          <p:nvPr/>
        </p:nvSpPr>
        <p:spPr>
          <a:xfrm>
            <a:off x="4569973" y="186541"/>
            <a:ext cx="305205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Training Data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60EC7A4-0FCC-2052-6A0A-C46915C6D1BB}"/>
              </a:ext>
            </a:extLst>
          </p:cNvPr>
          <p:cNvSpPr txBox="1"/>
          <p:nvPr/>
        </p:nvSpPr>
        <p:spPr>
          <a:xfrm>
            <a:off x="5092552" y="5898519"/>
            <a:ext cx="1531253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150 Crenated</a:t>
            </a:r>
          </a:p>
          <a:p>
            <a:r>
              <a:rPr lang="en-US" dirty="0"/>
              <a:t>124 Dead</a:t>
            </a:r>
          </a:p>
          <a:p>
            <a:r>
              <a:rPr lang="en-US" dirty="0"/>
              <a:t>150 Healthy</a:t>
            </a:r>
          </a:p>
        </p:txBody>
      </p:sp>
    </p:spTree>
    <p:extLst>
      <p:ext uri="{BB962C8B-B14F-4D97-AF65-F5344CB8AC3E}">
        <p14:creationId xmlns:p14="http://schemas.microsoft.com/office/powerpoint/2010/main" val="39734026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024EB3-6D1E-58E9-C1D2-597BFACD46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" name="Content Placeholder 5" descr="A graph with blue and white text&#10;&#10;Description automatically generated">
            <a:extLst>
              <a:ext uri="{FF2B5EF4-FFF2-40B4-BE49-F238E27FC236}">
                <a16:creationId xmlns:a16="http://schemas.microsoft.com/office/drawing/2014/main" id="{6018CF08-F1BA-A788-B596-BA878AA3DBE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649839" y="1594131"/>
            <a:ext cx="5439172" cy="4351338"/>
          </a:xfr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8F89167E-7143-DD76-278A-C5B1301E16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989" y="866231"/>
            <a:ext cx="6400800" cy="548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56079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4359A6-238C-2040-D6C7-85D495801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" name="Content Placeholder 5" descr="A chart with different colored squares&#10;&#10;Description automatically generated">
            <a:extLst>
              <a:ext uri="{FF2B5EF4-FFF2-40B4-BE49-F238E27FC236}">
                <a16:creationId xmlns:a16="http://schemas.microsoft.com/office/drawing/2014/main" id="{83E551F7-99FA-834D-8174-6905B53F0DB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05233" y="1848774"/>
            <a:ext cx="5076561" cy="4351338"/>
          </a:xfr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A4A3AFD6-55C1-BEE7-322D-B2CDC66CF0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47481" y="1848774"/>
            <a:ext cx="5232722" cy="41861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94045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22A874-30D6-4466-8B7E-D6F28BF4C0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C7A25B9-9D76-0547-146A-FFBF33F600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4703" y="690563"/>
            <a:ext cx="5654040" cy="484632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4576FD0-E099-8B56-5E77-E0E6E869AA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960" y="690563"/>
            <a:ext cx="5654040" cy="4846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5149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chart with different colored squares&#10;&#10;Description automatically generated">
            <a:extLst>
              <a:ext uri="{FF2B5EF4-FFF2-40B4-BE49-F238E27FC236}">
                <a16:creationId xmlns:a16="http://schemas.microsoft.com/office/drawing/2014/main" id="{AA2DD25E-098B-3B11-0BE0-50BEE0E4B2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"/>
            <a:ext cx="4114800" cy="3526975"/>
          </a:xfrm>
          <a:prstGeom prst="rect">
            <a:avLst/>
          </a:prstGeom>
        </p:spPr>
      </p:pic>
      <p:pic>
        <p:nvPicPr>
          <p:cNvPr id="7" name="Picture 6" descr="A chart with different colored squares&#10;&#10;Description automatically generated">
            <a:extLst>
              <a:ext uri="{FF2B5EF4-FFF2-40B4-BE49-F238E27FC236}">
                <a16:creationId xmlns:a16="http://schemas.microsoft.com/office/drawing/2014/main" id="{EE846EC2-E6CB-8CBC-C1DC-EFA949FC98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38600" y="0"/>
            <a:ext cx="4114800" cy="3526975"/>
          </a:xfrm>
          <a:prstGeom prst="rect">
            <a:avLst/>
          </a:prstGeom>
        </p:spPr>
      </p:pic>
      <p:pic>
        <p:nvPicPr>
          <p:cNvPr id="9" name="Picture 8" descr="A chart with different colored squares&#10;&#10;Description automatically generated">
            <a:extLst>
              <a:ext uri="{FF2B5EF4-FFF2-40B4-BE49-F238E27FC236}">
                <a16:creationId xmlns:a16="http://schemas.microsoft.com/office/drawing/2014/main" id="{94C036AE-D5AD-E23B-43DA-506CBBC961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7200" y="1"/>
            <a:ext cx="4114800" cy="3526975"/>
          </a:xfrm>
          <a:prstGeom prst="rect">
            <a:avLst/>
          </a:prstGeom>
        </p:spPr>
      </p:pic>
      <p:pic>
        <p:nvPicPr>
          <p:cNvPr id="11" name="Picture 10" descr="A chart with different colored squares&#10;&#10;Description automatically generated">
            <a:extLst>
              <a:ext uri="{FF2B5EF4-FFF2-40B4-BE49-F238E27FC236}">
                <a16:creationId xmlns:a16="http://schemas.microsoft.com/office/drawing/2014/main" id="{9333594D-D426-19F8-AAC5-6D9C3916DD5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3351668"/>
            <a:ext cx="4114800" cy="3526975"/>
          </a:xfrm>
          <a:prstGeom prst="rect">
            <a:avLst/>
          </a:prstGeom>
        </p:spPr>
      </p:pic>
      <p:pic>
        <p:nvPicPr>
          <p:cNvPr id="13" name="Picture 12" descr="A chart with different colored squares&#10;&#10;Description automatically generated">
            <a:extLst>
              <a:ext uri="{FF2B5EF4-FFF2-40B4-BE49-F238E27FC236}">
                <a16:creationId xmlns:a16="http://schemas.microsoft.com/office/drawing/2014/main" id="{CB219BC4-A952-3184-6CA5-FAFFEF3DE93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14800" y="3351668"/>
            <a:ext cx="4114800" cy="3526975"/>
          </a:xfrm>
          <a:prstGeom prst="rect">
            <a:avLst/>
          </a:prstGeom>
        </p:spPr>
      </p:pic>
      <p:pic>
        <p:nvPicPr>
          <p:cNvPr id="15" name="Picture 14" descr="A chart with different colored squares&#10;&#10;Description automatically generated">
            <a:extLst>
              <a:ext uri="{FF2B5EF4-FFF2-40B4-BE49-F238E27FC236}">
                <a16:creationId xmlns:a16="http://schemas.microsoft.com/office/drawing/2014/main" id="{68C5A217-6320-6D6C-CD53-8EB75461331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77200" y="3351668"/>
            <a:ext cx="4114800" cy="3526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19122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chart with different colored squares&#10;&#10;Description automatically generated">
            <a:extLst>
              <a:ext uri="{FF2B5EF4-FFF2-40B4-BE49-F238E27FC236}">
                <a16:creationId xmlns:a16="http://schemas.microsoft.com/office/drawing/2014/main" id="{AA77F91D-F39A-8A2A-06EC-4E58691047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60120"/>
            <a:ext cx="5760720" cy="4937760"/>
          </a:xfrm>
          <a:prstGeom prst="rect">
            <a:avLst/>
          </a:prstGeom>
        </p:spPr>
      </p:pic>
      <p:pic>
        <p:nvPicPr>
          <p:cNvPr id="7" name="Picture 6" descr="A graph with blue and white text&#10;&#10;Description automatically generated">
            <a:extLst>
              <a:ext uri="{FF2B5EF4-FFF2-40B4-BE49-F238E27FC236}">
                <a16:creationId xmlns:a16="http://schemas.microsoft.com/office/drawing/2014/main" id="{771EA53B-AB1A-54EA-3C4B-5105C6DF5E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88042" y="960120"/>
            <a:ext cx="6172200" cy="4937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87933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colorful squares with numbers&#10;&#10;Description automatically generated">
            <a:extLst>
              <a:ext uri="{FF2B5EF4-FFF2-40B4-BE49-F238E27FC236}">
                <a16:creationId xmlns:a16="http://schemas.microsoft.com/office/drawing/2014/main" id="{319E067C-AE72-02EA-CB90-8286C1FB64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14400"/>
            <a:ext cx="5867400" cy="5029200"/>
          </a:xfrm>
          <a:prstGeom prst="rect">
            <a:avLst/>
          </a:prstGeom>
        </p:spPr>
      </p:pic>
      <p:pic>
        <p:nvPicPr>
          <p:cNvPr id="7" name="Picture 6" descr="A graph with blue and white text&#10;&#10;Description automatically generated">
            <a:extLst>
              <a:ext uri="{FF2B5EF4-FFF2-40B4-BE49-F238E27FC236}">
                <a16:creationId xmlns:a16="http://schemas.microsoft.com/office/drawing/2014/main" id="{1983A2A1-2297-B9E1-A6FA-99921D7B2F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56246" y="914400"/>
            <a:ext cx="6286500" cy="502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697098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0E08C22-8F44-DB1D-0F1B-D7691D5285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2061" y="0"/>
            <a:ext cx="4279392" cy="356616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145F703-5C57-0509-B665-A1AE20ECC1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12061" y="3566160"/>
            <a:ext cx="4114800" cy="329184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97F14B0-546D-80D7-16E9-7E029C74FB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50430" y="0"/>
            <a:ext cx="4160520" cy="356616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BF168083-4B0E-AC84-3727-10440D9C83E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50430" y="3566160"/>
            <a:ext cx="4114800" cy="329184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C21EBF00-84F6-CBFD-5BF2-051439152864}"/>
              </a:ext>
            </a:extLst>
          </p:cNvPr>
          <p:cNvSpPr txBox="1"/>
          <p:nvPr/>
        </p:nvSpPr>
        <p:spPr>
          <a:xfrm>
            <a:off x="83681" y="3196828"/>
            <a:ext cx="269823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Pre-selected pictures</a:t>
            </a:r>
          </a:p>
        </p:txBody>
      </p:sp>
    </p:spTree>
    <p:extLst>
      <p:ext uri="{BB962C8B-B14F-4D97-AF65-F5344CB8AC3E}">
        <p14:creationId xmlns:p14="http://schemas.microsoft.com/office/powerpoint/2010/main" val="19499825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3544D47-F570-7EDB-5D5E-1B9C2B1194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2240" y="502920"/>
            <a:ext cx="6827520" cy="5852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365764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95C9839-EB7D-756E-E2CA-9FCF7A6007CD}"/>
              </a:ext>
            </a:extLst>
          </p:cNvPr>
          <p:cNvSpPr txBox="1"/>
          <p:nvPr/>
        </p:nvSpPr>
        <p:spPr>
          <a:xfrm>
            <a:off x="83681" y="3196828"/>
            <a:ext cx="269823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Pre-selected pictures</a:t>
            </a:r>
          </a:p>
        </p:txBody>
      </p:sp>
      <p:pic>
        <p:nvPicPr>
          <p:cNvPr id="14" name="Picture 13" descr="A chart with different colored squares&#10;&#10;Description automatically generated">
            <a:extLst>
              <a:ext uri="{FF2B5EF4-FFF2-40B4-BE49-F238E27FC236}">
                <a16:creationId xmlns:a16="http://schemas.microsoft.com/office/drawing/2014/main" id="{B3A066CC-166E-B9D7-718C-9715C86350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25163" y="0"/>
            <a:ext cx="4279392" cy="3566160"/>
          </a:xfrm>
          <a:prstGeom prst="rect">
            <a:avLst/>
          </a:prstGeom>
        </p:spPr>
      </p:pic>
      <p:pic>
        <p:nvPicPr>
          <p:cNvPr id="16" name="Picture 15" descr="A graph with blue and white text&#10;&#10;Description automatically generated">
            <a:extLst>
              <a:ext uri="{FF2B5EF4-FFF2-40B4-BE49-F238E27FC236}">
                <a16:creationId xmlns:a16="http://schemas.microsoft.com/office/drawing/2014/main" id="{A2EDAC5B-BB9E-AD61-D288-EAC8860415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477" y="3566160"/>
            <a:ext cx="4114800" cy="3291840"/>
          </a:xfrm>
          <a:prstGeom prst="rect">
            <a:avLst/>
          </a:prstGeom>
        </p:spPr>
      </p:pic>
      <p:pic>
        <p:nvPicPr>
          <p:cNvPr id="18" name="Picture 17" descr="A chart with different colored squares&#10;&#10;Description automatically generated">
            <a:extLst>
              <a:ext uri="{FF2B5EF4-FFF2-40B4-BE49-F238E27FC236}">
                <a16:creationId xmlns:a16="http://schemas.microsoft.com/office/drawing/2014/main" id="{FCB167C6-2BF8-B365-E769-8766C821EC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47799" y="0"/>
            <a:ext cx="4160520" cy="3566160"/>
          </a:xfrm>
          <a:prstGeom prst="rect">
            <a:avLst/>
          </a:prstGeom>
        </p:spPr>
      </p:pic>
      <p:pic>
        <p:nvPicPr>
          <p:cNvPr id="20" name="Picture 19" descr="A graph with text and numbers&#10;&#10;Description automatically generated with medium confidence">
            <a:extLst>
              <a:ext uri="{FF2B5EF4-FFF2-40B4-BE49-F238E27FC236}">
                <a16:creationId xmlns:a16="http://schemas.microsoft.com/office/drawing/2014/main" id="{FC10C24D-9049-A0DA-35D1-5FDAEFDF793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41835" y="3566160"/>
            <a:ext cx="4114800" cy="3291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98825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478AD603-43B2-7149-0A54-DC1EB157EE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91800606"/>
              </p:ext>
            </p:extLst>
          </p:nvPr>
        </p:nvGraphicFramePr>
        <p:xfrm>
          <a:off x="1557439" y="4782379"/>
          <a:ext cx="8127999" cy="1854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709333">
                  <a:extLst>
                    <a:ext uri="{9D8B030D-6E8A-4147-A177-3AD203B41FA5}">
                      <a16:colId xmlns:a16="http://schemas.microsoft.com/office/drawing/2014/main" val="2812055538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1324112507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272694945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Crenated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96/99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97 %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623759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Dead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146/147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99 %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502984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Healthy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115/146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79 %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70477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Stressed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119/150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79 %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87585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Non-healthy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361/396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91 %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47011061"/>
                  </a:ext>
                </a:extLst>
              </a:tr>
            </a:tbl>
          </a:graphicData>
        </a:graphic>
      </p:graphicFrame>
      <p:pic>
        <p:nvPicPr>
          <p:cNvPr id="8" name="Picture 7" descr="A colorful squares with white text&#10;&#10;Description automatically generated">
            <a:extLst>
              <a:ext uri="{FF2B5EF4-FFF2-40B4-BE49-F238E27FC236}">
                <a16:creationId xmlns:a16="http://schemas.microsoft.com/office/drawing/2014/main" id="{331CC872-D24C-85B2-5AFB-C0E447BB36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1098" y="0"/>
            <a:ext cx="5440680" cy="4663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725591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10740</TotalTime>
  <Words>42</Words>
  <Application>Microsoft Macintosh PowerPoint</Application>
  <PresentationFormat>Widescreen</PresentationFormat>
  <Paragraphs>27</Paragraphs>
  <Slides>12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Poblano, Jesus</dc:creator>
  <cp:lastModifiedBy>Poblano, Jesus</cp:lastModifiedBy>
  <cp:revision>5</cp:revision>
  <dcterms:created xsi:type="dcterms:W3CDTF">2026-06-11T16:15:03Z</dcterms:created>
  <dcterms:modified xsi:type="dcterms:W3CDTF">2026-07-02T05:46:12Z</dcterms:modified>
</cp:coreProperties>
</file>